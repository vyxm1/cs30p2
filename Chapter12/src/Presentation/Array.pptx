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6d056f74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6d056f74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fffbf907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6fffbf907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6fffbf907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6fffbf907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fffbf90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6fffbf90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6fffbf907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6fffbf907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6fffbf90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6fffbf90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fffbf907_1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6fffbf907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6fffbf907_1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6fffbf907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6fffbf907_1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6fffbf907_1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6fffbf907_1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6fffbf907_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6040908" y="4583400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96563" y="458340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361771" y="4500600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8148688" y="4657800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4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6779938" y="458340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5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10650" y="4598100"/>
            <a:ext cx="3738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6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813863" y="4548650"/>
            <a:ext cx="4377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7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592650" y="0"/>
            <a:ext cx="13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</a:rPr>
              <a:t>Practice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3692813" y="4605600"/>
            <a:ext cx="4377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8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319088" y="4598100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9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173813" y="4516200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7386587" y="4631700"/>
            <a:ext cx="4974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5415714" y="4583400"/>
            <a:ext cx="57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981325" y="454980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11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956783" y="2687100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1757238" y="272070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2344208" y="2803500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2993288" y="2934600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4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76" name="Google Shape;76;p14"/>
          <p:cNvSpPr txBox="1"/>
          <p:nvPr>
            <p:ph idx="1" type="subTitle"/>
          </p:nvPr>
        </p:nvSpPr>
        <p:spPr>
          <a:xfrm>
            <a:off x="3243138" y="293460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5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3680838" y="2982900"/>
            <a:ext cx="3738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6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4131188" y="3037200"/>
            <a:ext cx="4377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7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592650" y="0"/>
            <a:ext cx="13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4606725" y="3011100"/>
            <a:ext cx="4377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8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5276688" y="3115200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9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82" name="Google Shape;82;p14"/>
          <p:cNvSpPr txBox="1"/>
          <p:nvPr>
            <p:ph idx="1" type="subTitle"/>
          </p:nvPr>
        </p:nvSpPr>
        <p:spPr>
          <a:xfrm>
            <a:off x="6094138" y="3033300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83" name="Google Shape;83;p14"/>
          <p:cNvSpPr txBox="1"/>
          <p:nvPr>
            <p:ph idx="1" type="subTitle"/>
          </p:nvPr>
        </p:nvSpPr>
        <p:spPr>
          <a:xfrm>
            <a:off x="8155887" y="3037200"/>
            <a:ext cx="4974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84" name="Google Shape;84;p14"/>
          <p:cNvSpPr txBox="1"/>
          <p:nvPr>
            <p:ph idx="1" type="subTitle"/>
          </p:nvPr>
        </p:nvSpPr>
        <p:spPr>
          <a:xfrm>
            <a:off x="7364852" y="2934600"/>
            <a:ext cx="57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6729500" y="298890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11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idx="1" type="subTitle"/>
          </p:nvPr>
        </p:nvSpPr>
        <p:spPr>
          <a:xfrm>
            <a:off x="480858" y="7065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91" name="Google Shape;91;p15"/>
          <p:cNvSpPr txBox="1"/>
          <p:nvPr>
            <p:ph idx="1" type="subTitle"/>
          </p:nvPr>
        </p:nvSpPr>
        <p:spPr>
          <a:xfrm>
            <a:off x="1164788" y="8229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755021" y="8973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93" name="Google Shape;93;p15"/>
          <p:cNvSpPr txBox="1"/>
          <p:nvPr>
            <p:ph idx="1" type="subTitle"/>
          </p:nvPr>
        </p:nvSpPr>
        <p:spPr>
          <a:xfrm>
            <a:off x="2152488" y="97927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4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2656213" y="9801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5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3224338" y="897375"/>
            <a:ext cx="3738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6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3763700" y="871275"/>
            <a:ext cx="4377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7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3592650" y="0"/>
            <a:ext cx="17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</a:rPr>
              <a:t>Selection Sort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4847925" y="845175"/>
            <a:ext cx="4377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8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5450538" y="95407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9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6212150" y="897375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7972737" y="1028475"/>
            <a:ext cx="4974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331564" y="954075"/>
            <a:ext cx="57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6823300" y="9801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11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1" type="subTitle"/>
          </p:nvPr>
        </p:nvSpPr>
        <p:spPr>
          <a:xfrm>
            <a:off x="6088783" y="8229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644438" y="8229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2409646" y="7401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11" name="Google Shape;111;p16"/>
          <p:cNvSpPr txBox="1"/>
          <p:nvPr>
            <p:ph idx="1" type="subTitle"/>
          </p:nvPr>
        </p:nvSpPr>
        <p:spPr>
          <a:xfrm>
            <a:off x="8196563" y="89737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4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12" name="Google Shape;112;p16"/>
          <p:cNvSpPr txBox="1"/>
          <p:nvPr>
            <p:ph idx="1" type="subTitle"/>
          </p:nvPr>
        </p:nvSpPr>
        <p:spPr>
          <a:xfrm>
            <a:off x="6812000" y="9057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5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13" name="Google Shape;113;p16"/>
          <p:cNvSpPr txBox="1"/>
          <p:nvPr>
            <p:ph idx="1" type="subTitle"/>
          </p:nvPr>
        </p:nvSpPr>
        <p:spPr>
          <a:xfrm>
            <a:off x="4858525" y="837675"/>
            <a:ext cx="3738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6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14" name="Google Shape;114;p16"/>
          <p:cNvSpPr txBox="1"/>
          <p:nvPr>
            <p:ph idx="1" type="subTitle"/>
          </p:nvPr>
        </p:nvSpPr>
        <p:spPr>
          <a:xfrm>
            <a:off x="1861738" y="788225"/>
            <a:ext cx="4377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7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592650" y="0"/>
            <a:ext cx="17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</a:rPr>
              <a:t>Insertion Sort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6" name="Google Shape;116;p16"/>
          <p:cNvSpPr txBox="1"/>
          <p:nvPr>
            <p:ph idx="1" type="subTitle"/>
          </p:nvPr>
        </p:nvSpPr>
        <p:spPr>
          <a:xfrm>
            <a:off x="3740688" y="845175"/>
            <a:ext cx="4377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8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4366963" y="83767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9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18" name="Google Shape;118;p16"/>
          <p:cNvSpPr txBox="1"/>
          <p:nvPr>
            <p:ph idx="1" type="subTitle"/>
          </p:nvPr>
        </p:nvSpPr>
        <p:spPr>
          <a:xfrm>
            <a:off x="1221688" y="755775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7434462" y="871275"/>
            <a:ext cx="4974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5463589" y="822975"/>
            <a:ext cx="57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3029200" y="7893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11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261646" y="15586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27" name="Google Shape;127;p17"/>
          <p:cNvSpPr txBox="1"/>
          <p:nvPr>
            <p:ph idx="1" type="subTitle"/>
          </p:nvPr>
        </p:nvSpPr>
        <p:spPr>
          <a:xfrm>
            <a:off x="800150" y="17242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28" name="Google Shape;128;p17"/>
          <p:cNvSpPr txBox="1"/>
          <p:nvPr>
            <p:ph idx="1" type="subTitle"/>
          </p:nvPr>
        </p:nvSpPr>
        <p:spPr>
          <a:xfrm>
            <a:off x="1306283" y="16897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29" name="Google Shape;129;p17"/>
          <p:cNvSpPr txBox="1"/>
          <p:nvPr>
            <p:ph idx="1" type="subTitle"/>
          </p:nvPr>
        </p:nvSpPr>
        <p:spPr>
          <a:xfrm>
            <a:off x="2003325" y="186572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4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0" name="Google Shape;130;p17"/>
          <p:cNvSpPr txBox="1"/>
          <p:nvPr>
            <p:ph idx="1" type="subTitle"/>
          </p:nvPr>
        </p:nvSpPr>
        <p:spPr>
          <a:xfrm>
            <a:off x="2534125" y="17725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5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1" name="Google Shape;131;p17"/>
          <p:cNvSpPr txBox="1"/>
          <p:nvPr>
            <p:ph idx="1" type="subTitle"/>
          </p:nvPr>
        </p:nvSpPr>
        <p:spPr>
          <a:xfrm>
            <a:off x="3117038" y="1865725"/>
            <a:ext cx="3738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6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2" name="Google Shape;132;p17"/>
          <p:cNvSpPr txBox="1"/>
          <p:nvPr>
            <p:ph idx="1" type="subTitle"/>
          </p:nvPr>
        </p:nvSpPr>
        <p:spPr>
          <a:xfrm>
            <a:off x="3961800" y="1820875"/>
            <a:ext cx="4377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7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3592650" y="0"/>
            <a:ext cx="17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</a:rPr>
              <a:t>Binary Search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>
            <a:off x="4399500" y="1395600"/>
            <a:ext cx="4377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8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4898950" y="168977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9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6" name="Google Shape;136;p17"/>
          <p:cNvSpPr txBox="1"/>
          <p:nvPr>
            <p:ph idx="1" type="subTitle"/>
          </p:nvPr>
        </p:nvSpPr>
        <p:spPr>
          <a:xfrm>
            <a:off x="5720350" y="933900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7" name="Google Shape;137;p17"/>
          <p:cNvSpPr txBox="1"/>
          <p:nvPr>
            <p:ph idx="1" type="subTitle"/>
          </p:nvPr>
        </p:nvSpPr>
        <p:spPr>
          <a:xfrm>
            <a:off x="8256125" y="1526700"/>
            <a:ext cx="4974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8" name="Google Shape;138;p17"/>
          <p:cNvSpPr txBox="1"/>
          <p:nvPr>
            <p:ph idx="1" type="subTitle"/>
          </p:nvPr>
        </p:nvSpPr>
        <p:spPr>
          <a:xfrm>
            <a:off x="7561152" y="1395600"/>
            <a:ext cx="57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39" name="Google Shape;139;p17"/>
          <p:cNvSpPr txBox="1"/>
          <p:nvPr>
            <p:ph idx="1" type="subTitle"/>
          </p:nvPr>
        </p:nvSpPr>
        <p:spPr>
          <a:xfrm>
            <a:off x="6999063" y="130095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11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1671108" y="974400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45" name="Google Shape;145;p18"/>
          <p:cNvSpPr txBox="1"/>
          <p:nvPr>
            <p:ph idx="1" type="subTitle"/>
          </p:nvPr>
        </p:nvSpPr>
        <p:spPr>
          <a:xfrm>
            <a:off x="2209588" y="105720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46" name="Google Shape;146;p18"/>
          <p:cNvSpPr txBox="1"/>
          <p:nvPr>
            <p:ph idx="1" type="subTitle"/>
          </p:nvPr>
        </p:nvSpPr>
        <p:spPr>
          <a:xfrm>
            <a:off x="2705371" y="11089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47" name="Google Shape;147;p18"/>
          <p:cNvSpPr txBox="1"/>
          <p:nvPr>
            <p:ph idx="1" type="subTitle"/>
          </p:nvPr>
        </p:nvSpPr>
        <p:spPr>
          <a:xfrm>
            <a:off x="3301950" y="124007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4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48" name="Google Shape;148;p18"/>
          <p:cNvSpPr txBox="1"/>
          <p:nvPr>
            <p:ph idx="1" type="subTitle"/>
          </p:nvPr>
        </p:nvSpPr>
        <p:spPr>
          <a:xfrm>
            <a:off x="3663013" y="12400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5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4259600" y="1288375"/>
            <a:ext cx="3738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6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50" name="Google Shape;150;p18"/>
          <p:cNvSpPr txBox="1"/>
          <p:nvPr>
            <p:ph idx="1" type="subTitle"/>
          </p:nvPr>
        </p:nvSpPr>
        <p:spPr>
          <a:xfrm>
            <a:off x="4697288" y="1414900"/>
            <a:ext cx="4377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7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3509425" y="-41050"/>
            <a:ext cx="17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</a:rPr>
              <a:t>Merge Sort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>
            <a:off x="5288038" y="1451700"/>
            <a:ext cx="4377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8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53" name="Google Shape;153;p18"/>
          <p:cNvSpPr txBox="1"/>
          <p:nvPr>
            <p:ph idx="1" type="subTitle"/>
          </p:nvPr>
        </p:nvSpPr>
        <p:spPr>
          <a:xfrm>
            <a:off x="6113138" y="1414900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9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54" name="Google Shape;154;p18"/>
          <p:cNvSpPr txBox="1"/>
          <p:nvPr>
            <p:ph idx="1" type="subTitle"/>
          </p:nvPr>
        </p:nvSpPr>
        <p:spPr>
          <a:xfrm>
            <a:off x="6466563" y="1451700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55" name="Google Shape;155;p18"/>
          <p:cNvSpPr txBox="1"/>
          <p:nvPr>
            <p:ph idx="1" type="subTitle"/>
          </p:nvPr>
        </p:nvSpPr>
        <p:spPr>
          <a:xfrm>
            <a:off x="8235862" y="1533600"/>
            <a:ext cx="4974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56" name="Google Shape;156;p18"/>
          <p:cNvSpPr txBox="1"/>
          <p:nvPr>
            <p:ph idx="1" type="subTitle"/>
          </p:nvPr>
        </p:nvSpPr>
        <p:spPr>
          <a:xfrm>
            <a:off x="7645089" y="1534500"/>
            <a:ext cx="57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57" name="Google Shape;157;p18"/>
          <p:cNvSpPr txBox="1"/>
          <p:nvPr>
            <p:ph idx="1" type="subTitle"/>
          </p:nvPr>
        </p:nvSpPr>
        <p:spPr>
          <a:xfrm>
            <a:off x="6954700" y="142950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11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idx="1" type="subTitle"/>
          </p:nvPr>
        </p:nvSpPr>
        <p:spPr>
          <a:xfrm>
            <a:off x="552783" y="7065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63" name="Google Shape;163;p19"/>
          <p:cNvSpPr txBox="1"/>
          <p:nvPr>
            <p:ph idx="1" type="subTitle"/>
          </p:nvPr>
        </p:nvSpPr>
        <p:spPr>
          <a:xfrm>
            <a:off x="1179388" y="7065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64" name="Google Shape;164;p19"/>
          <p:cNvSpPr txBox="1"/>
          <p:nvPr>
            <p:ph idx="1" type="subTitle"/>
          </p:nvPr>
        </p:nvSpPr>
        <p:spPr>
          <a:xfrm>
            <a:off x="1763608" y="6573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65" name="Google Shape;165;p19"/>
          <p:cNvSpPr txBox="1"/>
          <p:nvPr>
            <p:ph idx="1" type="subTitle"/>
          </p:nvPr>
        </p:nvSpPr>
        <p:spPr>
          <a:xfrm>
            <a:off x="2452388" y="61617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4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>
            <a:off x="2974413" y="6573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5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67" name="Google Shape;167;p19"/>
          <p:cNvSpPr txBox="1"/>
          <p:nvPr>
            <p:ph idx="1" type="subTitle"/>
          </p:nvPr>
        </p:nvSpPr>
        <p:spPr>
          <a:xfrm>
            <a:off x="3649375" y="705675"/>
            <a:ext cx="3738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6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68" name="Google Shape;168;p19"/>
          <p:cNvSpPr txBox="1"/>
          <p:nvPr>
            <p:ph idx="1" type="subTitle"/>
          </p:nvPr>
        </p:nvSpPr>
        <p:spPr>
          <a:xfrm>
            <a:off x="4251300" y="837675"/>
            <a:ext cx="4377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7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3592650" y="0"/>
            <a:ext cx="17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</a:rPr>
              <a:t>Selection Sort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0" name="Google Shape;170;p19"/>
          <p:cNvSpPr txBox="1"/>
          <p:nvPr>
            <p:ph idx="1" type="subTitle"/>
          </p:nvPr>
        </p:nvSpPr>
        <p:spPr>
          <a:xfrm>
            <a:off x="4917138" y="871275"/>
            <a:ext cx="4377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8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71" name="Google Shape;171;p19"/>
          <p:cNvSpPr txBox="1"/>
          <p:nvPr>
            <p:ph idx="1" type="subTitle"/>
          </p:nvPr>
        </p:nvSpPr>
        <p:spPr>
          <a:xfrm>
            <a:off x="5454475" y="83767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9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72" name="Google Shape;172;p19"/>
          <p:cNvSpPr txBox="1"/>
          <p:nvPr>
            <p:ph idx="1" type="subTitle"/>
          </p:nvPr>
        </p:nvSpPr>
        <p:spPr>
          <a:xfrm>
            <a:off x="6034188" y="815475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>
            <a:off x="7956637" y="837675"/>
            <a:ext cx="4974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74" name="Google Shape;174;p19"/>
          <p:cNvSpPr txBox="1"/>
          <p:nvPr>
            <p:ph idx="1" type="subTitle"/>
          </p:nvPr>
        </p:nvSpPr>
        <p:spPr>
          <a:xfrm>
            <a:off x="7282564" y="837675"/>
            <a:ext cx="57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75" name="Google Shape;175;p19"/>
          <p:cNvSpPr txBox="1"/>
          <p:nvPr>
            <p:ph idx="1" type="subTitle"/>
          </p:nvPr>
        </p:nvSpPr>
        <p:spPr>
          <a:xfrm>
            <a:off x="6638200" y="8490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11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idx="1" type="subTitle"/>
          </p:nvPr>
        </p:nvSpPr>
        <p:spPr>
          <a:xfrm>
            <a:off x="658033" y="7401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81" name="Google Shape;181;p20"/>
          <p:cNvSpPr txBox="1"/>
          <p:nvPr>
            <p:ph idx="1" type="subTitle"/>
          </p:nvPr>
        </p:nvSpPr>
        <p:spPr>
          <a:xfrm>
            <a:off x="1429738" y="8490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82" name="Google Shape;182;p20"/>
          <p:cNvSpPr txBox="1"/>
          <p:nvPr>
            <p:ph idx="1" type="subTitle"/>
          </p:nvPr>
        </p:nvSpPr>
        <p:spPr>
          <a:xfrm>
            <a:off x="1903471" y="78847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2645138" y="82297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4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84" name="Google Shape;184;p20"/>
          <p:cNvSpPr txBox="1"/>
          <p:nvPr>
            <p:ph idx="1" type="subTitle"/>
          </p:nvPr>
        </p:nvSpPr>
        <p:spPr>
          <a:xfrm>
            <a:off x="2988575" y="90577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5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85" name="Google Shape;185;p20"/>
          <p:cNvSpPr txBox="1"/>
          <p:nvPr>
            <p:ph idx="1" type="subTitle"/>
          </p:nvPr>
        </p:nvSpPr>
        <p:spPr>
          <a:xfrm>
            <a:off x="3466688" y="954075"/>
            <a:ext cx="3738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6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86" name="Google Shape;186;p20"/>
          <p:cNvSpPr txBox="1"/>
          <p:nvPr>
            <p:ph idx="1" type="subTitle"/>
          </p:nvPr>
        </p:nvSpPr>
        <p:spPr>
          <a:xfrm>
            <a:off x="3928000" y="1002375"/>
            <a:ext cx="4377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7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592650" y="0"/>
            <a:ext cx="17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</a:rPr>
              <a:t>Insertion Sort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4309050" y="1009875"/>
            <a:ext cx="4377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8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89" name="Google Shape;189;p20"/>
          <p:cNvSpPr txBox="1"/>
          <p:nvPr>
            <p:ph idx="1" type="subTitle"/>
          </p:nvPr>
        </p:nvSpPr>
        <p:spPr>
          <a:xfrm>
            <a:off x="4827638" y="1009875"/>
            <a:ext cx="3030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9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90" name="Google Shape;190;p20"/>
          <p:cNvSpPr txBox="1"/>
          <p:nvPr>
            <p:ph idx="1" type="subTitle"/>
          </p:nvPr>
        </p:nvSpPr>
        <p:spPr>
          <a:xfrm>
            <a:off x="5211513" y="954075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91" name="Google Shape;191;p20"/>
          <p:cNvSpPr txBox="1"/>
          <p:nvPr>
            <p:ph idx="1" type="subTitle"/>
          </p:nvPr>
        </p:nvSpPr>
        <p:spPr>
          <a:xfrm>
            <a:off x="7020262" y="919575"/>
            <a:ext cx="4974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92" name="Google Shape;192;p20"/>
          <p:cNvSpPr txBox="1"/>
          <p:nvPr>
            <p:ph idx="1" type="subTitle"/>
          </p:nvPr>
        </p:nvSpPr>
        <p:spPr>
          <a:xfrm>
            <a:off x="6318439" y="822975"/>
            <a:ext cx="57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93" name="Google Shape;193;p20"/>
          <p:cNvSpPr txBox="1"/>
          <p:nvPr>
            <p:ph idx="1" type="subTitle"/>
          </p:nvPr>
        </p:nvSpPr>
        <p:spPr>
          <a:xfrm>
            <a:off x="5841900" y="1035975"/>
            <a:ext cx="4974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11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idx="1" type="subTitle"/>
          </p:nvPr>
        </p:nvSpPr>
        <p:spPr>
          <a:xfrm>
            <a:off x="127321" y="2845350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199" name="Google Shape;199;p21"/>
          <p:cNvSpPr txBox="1"/>
          <p:nvPr>
            <p:ph idx="1" type="subTitle"/>
          </p:nvPr>
        </p:nvSpPr>
        <p:spPr>
          <a:xfrm>
            <a:off x="734250" y="295700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00" name="Google Shape;200;p21"/>
          <p:cNvSpPr txBox="1"/>
          <p:nvPr>
            <p:ph idx="1" type="subTitle"/>
          </p:nvPr>
        </p:nvSpPr>
        <p:spPr>
          <a:xfrm>
            <a:off x="1302483" y="2874200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01" name="Google Shape;201;p21"/>
          <p:cNvSpPr txBox="1"/>
          <p:nvPr>
            <p:ph idx="1" type="subTitle"/>
          </p:nvPr>
        </p:nvSpPr>
        <p:spPr>
          <a:xfrm>
            <a:off x="1911700" y="3005300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4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02" name="Google Shape;202;p21"/>
          <p:cNvSpPr txBox="1"/>
          <p:nvPr>
            <p:ph idx="1" type="subTitle"/>
          </p:nvPr>
        </p:nvSpPr>
        <p:spPr>
          <a:xfrm>
            <a:off x="2430725" y="292815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5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03" name="Google Shape;203;p21"/>
          <p:cNvSpPr txBox="1"/>
          <p:nvPr>
            <p:ph idx="1" type="subTitle"/>
          </p:nvPr>
        </p:nvSpPr>
        <p:spPr>
          <a:xfrm>
            <a:off x="3050563" y="3005300"/>
            <a:ext cx="3738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6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68325" y="3005300"/>
            <a:ext cx="4377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7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3592650" y="0"/>
            <a:ext cx="17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</a:rPr>
              <a:t>Binary Search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4349975" y="2571750"/>
            <a:ext cx="437700" cy="3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8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07" name="Google Shape;207;p21"/>
          <p:cNvSpPr txBox="1"/>
          <p:nvPr>
            <p:ph idx="1" type="subTitle"/>
          </p:nvPr>
        </p:nvSpPr>
        <p:spPr>
          <a:xfrm>
            <a:off x="4874650" y="2597850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9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08" name="Google Shape;208;p21"/>
          <p:cNvSpPr txBox="1"/>
          <p:nvPr>
            <p:ph idx="1" type="subTitle"/>
          </p:nvPr>
        </p:nvSpPr>
        <p:spPr>
          <a:xfrm>
            <a:off x="5337125" y="2571750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09" name="Google Shape;209;p21"/>
          <p:cNvSpPr txBox="1"/>
          <p:nvPr>
            <p:ph idx="1" type="subTitle"/>
          </p:nvPr>
        </p:nvSpPr>
        <p:spPr>
          <a:xfrm>
            <a:off x="8646600" y="537000"/>
            <a:ext cx="4974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7811127" y="461700"/>
            <a:ext cx="57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11" name="Google Shape;211;p21"/>
          <p:cNvSpPr txBox="1"/>
          <p:nvPr>
            <p:ph idx="1" type="subTitle"/>
          </p:nvPr>
        </p:nvSpPr>
        <p:spPr>
          <a:xfrm>
            <a:off x="6333688" y="872850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11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>
            <p:ph idx="1" type="subTitle"/>
          </p:nvPr>
        </p:nvSpPr>
        <p:spPr>
          <a:xfrm>
            <a:off x="1424733" y="128932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17" name="Google Shape;217;p22"/>
          <p:cNvSpPr txBox="1"/>
          <p:nvPr>
            <p:ph idx="1" type="subTitle"/>
          </p:nvPr>
        </p:nvSpPr>
        <p:spPr>
          <a:xfrm>
            <a:off x="2127950" y="1338525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18" name="Google Shape;218;p22"/>
          <p:cNvSpPr txBox="1"/>
          <p:nvPr>
            <p:ph idx="1" type="subTitle"/>
          </p:nvPr>
        </p:nvSpPr>
        <p:spPr>
          <a:xfrm>
            <a:off x="2730371" y="1240125"/>
            <a:ext cx="5385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19" name="Google Shape;219;p22"/>
          <p:cNvSpPr txBox="1"/>
          <p:nvPr>
            <p:ph idx="1" type="subTitle"/>
          </p:nvPr>
        </p:nvSpPr>
        <p:spPr>
          <a:xfrm>
            <a:off x="3329288" y="142042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4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20" name="Google Shape;220;p22"/>
          <p:cNvSpPr txBox="1"/>
          <p:nvPr>
            <p:ph idx="1" type="subTitle"/>
          </p:nvPr>
        </p:nvSpPr>
        <p:spPr>
          <a:xfrm>
            <a:off x="3788738" y="142042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5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21" name="Google Shape;221;p22"/>
          <p:cNvSpPr txBox="1"/>
          <p:nvPr>
            <p:ph idx="1" type="subTitle"/>
          </p:nvPr>
        </p:nvSpPr>
        <p:spPr>
          <a:xfrm>
            <a:off x="4382900" y="1420425"/>
            <a:ext cx="3738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6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22" name="Google Shape;222;p22"/>
          <p:cNvSpPr txBox="1"/>
          <p:nvPr>
            <p:ph idx="1" type="subTitle"/>
          </p:nvPr>
        </p:nvSpPr>
        <p:spPr>
          <a:xfrm>
            <a:off x="5045313" y="1420425"/>
            <a:ext cx="4377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7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3509425" y="-41050"/>
            <a:ext cx="17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</a:rPr>
              <a:t>Merge Sort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4" name="Google Shape;224;p22"/>
          <p:cNvSpPr txBox="1"/>
          <p:nvPr>
            <p:ph idx="1" type="subTitle"/>
          </p:nvPr>
        </p:nvSpPr>
        <p:spPr>
          <a:xfrm>
            <a:off x="5689000" y="1334025"/>
            <a:ext cx="437700" cy="3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8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25" name="Google Shape;225;p22"/>
          <p:cNvSpPr txBox="1"/>
          <p:nvPr>
            <p:ph idx="1" type="subTitle"/>
          </p:nvPr>
        </p:nvSpPr>
        <p:spPr>
          <a:xfrm>
            <a:off x="6171075" y="1551525"/>
            <a:ext cx="3030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9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26" name="Google Shape;226;p22"/>
          <p:cNvSpPr txBox="1"/>
          <p:nvPr>
            <p:ph idx="1" type="subTitle"/>
          </p:nvPr>
        </p:nvSpPr>
        <p:spPr>
          <a:xfrm>
            <a:off x="6573938" y="1626500"/>
            <a:ext cx="4377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10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27" name="Google Shape;227;p22"/>
          <p:cNvSpPr txBox="1"/>
          <p:nvPr>
            <p:ph idx="1" type="subTitle"/>
          </p:nvPr>
        </p:nvSpPr>
        <p:spPr>
          <a:xfrm>
            <a:off x="8445773" y="1506825"/>
            <a:ext cx="570600" cy="2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13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28" name="Google Shape;228;p22"/>
          <p:cNvSpPr txBox="1"/>
          <p:nvPr>
            <p:ph idx="1" type="subTitle"/>
          </p:nvPr>
        </p:nvSpPr>
        <p:spPr>
          <a:xfrm>
            <a:off x="7944989" y="1420425"/>
            <a:ext cx="57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12</a:t>
            </a:r>
            <a:endParaRPr sz="1500">
              <a:solidFill>
                <a:srgbClr val="FFFFFF"/>
              </a:solidFill>
            </a:endParaRPr>
          </a:p>
        </p:txBody>
      </p:sp>
      <p:sp>
        <p:nvSpPr>
          <p:cNvPr id="229" name="Google Shape;229;p22"/>
          <p:cNvSpPr txBox="1"/>
          <p:nvPr>
            <p:ph idx="1" type="subTitle"/>
          </p:nvPr>
        </p:nvSpPr>
        <p:spPr>
          <a:xfrm>
            <a:off x="7259475" y="1551525"/>
            <a:ext cx="437700" cy="3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FFFFFF"/>
                </a:solidFill>
              </a:rPr>
              <a:t>11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